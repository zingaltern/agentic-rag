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星尘系列新品发布会方案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星尘系列新品发布会定于 3 月 15 日举行</a:t>
            </a:r>
          </a:p>
          <a:p>
            <a:r>
              <a:t>地点：科技园 B 座发布厅，同步线上直播</a:t>
            </a:r>
          </a:p>
          <a:p>
            <a:r>
              <a:t>议程：高管致辞 / 新品揭幕 / 媒体问答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星尘 X2 核心卖点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星尘 X2 搭载自研玄澈芯片</a:t>
            </a:r>
          </a:p>
          <a:p>
            <a:r>
              <a:t>首发价 3999 元，赠一年碎屏保障</a:t>
            </a:r>
          </a:p>
          <a:p>
            <a:r>
              <a:t>渠道：官网商城与授权门店同步开售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云帆科技评测</dc:creator>
  <cp:keywords/>
  <dc:description>generated using python-pptx</dc:description>
  <cp:lastModifiedBy>build_eval_stress</cp:lastModifiedBy>
  <cp:revision>1</cp:revision>
  <dcterms:created xsi:type="dcterms:W3CDTF">2026-01-01T00:00:00Z</dcterms:created>
  <dcterms:modified xsi:type="dcterms:W3CDTF">2026-01-01T00:00:00Z</dcterms:modified>
  <cp:category/>
</cp:coreProperties>
</file>