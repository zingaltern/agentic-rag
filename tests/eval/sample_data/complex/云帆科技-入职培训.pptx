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入职培训安排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新员工入职培训为期 3 天</a:t>
            </a:r>
          </a:p>
          <a:p>
            <a:r>
              <a:t>第一天文化与制度，第二天产品与技术，第三天团队实践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导师制说明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导师制辅导期为 6 个月</a:t>
            </a:r>
          </a:p>
          <a:p>
            <a:r>
              <a:t>导师每月与新人至少一次一对一沟通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云帆科技评测</dc:creator>
  <cp:keywords/>
  <dc:description>generated using python-pptx</dc:description>
  <cp:lastModifiedBy>build_eval_stress</cp:lastModifiedBy>
  <cp:revision>1</cp:revision>
  <dcterms:created xsi:type="dcterms:W3CDTF">2026-01-01T00:00:00Z</dcterms:created>
  <dcterms:modified xsi:type="dcterms:W3CDTF">2026-01-01T00:00:00Z</dcterms:modified>
  <cp:category/>
</cp:coreProperties>
</file>